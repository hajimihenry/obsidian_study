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59" r:id="rId6"/>
    <p:sldId id="260" r:id="rId7"/>
    <p:sldId id="267" r:id="rId8"/>
    <p:sldId id="257" r:id="rId9"/>
    <p:sldId id="265" r:id="rId10"/>
    <p:sldId id="266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D7D405-BA75-4AA1-B2E1-239803E8C1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总复习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灯片编号占位符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91E663D-05FB-43B7-96BC-BA9C1D810E3E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479425" y="227013"/>
            <a:ext cx="11377613" cy="6597650"/>
          </a:xfrm>
        </p:spPr>
        <p:txBody>
          <a:bodyPr>
            <a:normAutofit lnSpcReduction="20000"/>
          </a:bodyPr>
          <a:lstStyle/>
          <a:p>
            <a:pPr algn="ctr" eaLnBrk="1" hangingPunct="1">
              <a:lnSpc>
                <a:spcPct val="105000"/>
              </a:lnSpc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第一章</a:t>
            </a:r>
            <a:endParaRPr lang="en-US" altLang="zh-CN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．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命题的概念，分清简单命题与复合命题．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．深刻理解五种常用联结词司 ┓、 ∧、 ∨、→、</a:t>
            </a:r>
            <a:r>
              <a:rPr lang="en-US" altLang="zh-CN" b="1" dirty="0">
                <a:solidFill>
                  <a:schemeClr val="tx1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 ↔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的涵义和真值表，并能准确地应用它们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3.  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将复合命题符号化，并且由所含简单命题的真值迅速求出复合命题的真值．注意以下几点：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分清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p→q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’’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的逻辑关系、真值以及在自然语言中对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p → q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的不同的描述方法；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分清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p ∧ q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的逻辑关系，以及合取联结词在自然语言中的各种各样的描述方法；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(3)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分清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相容或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和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排斥或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．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．深刻理解命题公式的赋值、成真赋值、成假赋值、重言式、矛盾式，可满足式 等概念．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</a:rPr>
              <a:t>5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．熟练地写出给定命题公式的真值表，从而准确地判断出公式的类型，或求出公式的成真赋值和成假赋值．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055440" y="908720"/>
            <a:ext cx="10441160" cy="5678487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ea typeface="楷体_GB2312" pitchFamily="1" charset="-122"/>
              </a:rPr>
              <a:t>第二</a:t>
            </a:r>
            <a:r>
              <a:rPr lang="zh-CN" altLang="en-US" sz="3200" b="1" dirty="0">
                <a:ea typeface="楷体_GB2312" pitchFamily="1" charset="-122"/>
              </a:rPr>
              <a:t>章</a:t>
            </a:r>
            <a:endParaRPr lang="zh-CN" altLang="en-US" sz="3200" b="1" dirty="0"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1.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逻辑等值的定义，性质；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2.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熟练应用等值定律，及置换规则进行等值演算；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3.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文字、简单析取式、简单合取式、析取范式、合取范式的定义，性质；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4.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极小项、极大项的定义，下角标与成真赋值、成假赋值的关系；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5.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主析取范式、主合取范式的确定方法；判断公式类型；</a:t>
            </a:r>
            <a:endParaRPr lang="zh-CN" altLang="en-US" sz="2800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6.</a:t>
            </a:r>
            <a:r>
              <a:rPr lang="zh-CN" altLang="en-US" sz="2800" b="1" dirty="0">
                <a:latin typeface="楷体_GB2312" pitchFamily="1" charset="-122"/>
                <a:ea typeface="楷体_GB2312" pitchFamily="1" charset="-122"/>
              </a:rPr>
              <a:t>掌握联结词极小功能完备集，将命题公式等值转化为某联结词完备集中的公式</a:t>
            </a:r>
            <a:r>
              <a:rPr lang="en-US" altLang="zh-CN" sz="2800" b="1" dirty="0">
                <a:latin typeface="楷体_GB2312" pitchFamily="1" charset="-122"/>
                <a:ea typeface="楷体_GB2312" pitchFamily="1" charset="-122"/>
              </a:rPr>
              <a:t>.</a:t>
            </a:r>
            <a:endParaRPr lang="en-US" altLang="zh-CN" sz="2800" b="1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981200" y="-315912"/>
            <a:ext cx="7543800" cy="1295400"/>
          </a:xfrm>
        </p:spPr>
        <p:txBody>
          <a:bodyPr vert="horz" wrap="square" lIns="91440" tIns="45720" rIns="91440" bIns="45720" anchor="b" anchorCtr="0"/>
          <a:p>
            <a:pPr algn="ctr"/>
            <a:r>
              <a:rPr lang="zh-CN" altLang="en-US" sz="3200" dirty="0"/>
              <a:t>第三章</a:t>
            </a:r>
            <a:endParaRPr lang="zh-CN" altLang="en-US" sz="3200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903605" y="1196975"/>
            <a:ext cx="10450830" cy="5040630"/>
          </a:xfrm>
        </p:spPr>
        <p:txBody>
          <a:bodyPr vert="horz" wrap="square" lIns="91440" tIns="45720" rIns="91440" bIns="45720" anchor="t" anchorCtr="0"/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、理解并记住推理形式结构的两种形式：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 (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i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2.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前提：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… ,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b="1" i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zh-CN" b="1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结论：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、熟练掌握判断推理是否正确的不同方法（如真值表法、等值演算法、主析取范式法等）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、牢记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系统中各条推理规则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、熟练掌握构造证明的直接证明法、附加前提证明法和归谬法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、会解决实际中的简单推理问题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Clr>
                <a:srgbClr val="FF9900"/>
              </a:buClr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spcBef>
                <a:spcPct val="5000"/>
              </a:spcBef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1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、准确地将给定命题符号化：特别要注意两个基本公式中量词与联结词的搭配情况．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5000"/>
              </a:spcBef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2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、深刻理解永真式、矛盾式、可满足式的概念及其判别方法：能掌握用代换实例进行判断公式类型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5000"/>
              </a:spcBef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3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、深刻理解闭式的概念及闭式的性质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(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闭式在任何解释下都是命题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)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．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spcBef>
                <a:spcPct val="5000"/>
              </a:spcBef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 </a:t>
            </a:r>
            <a:r>
              <a:rPr lang="en-US" altLang="zh-CN" b="1" dirty="0">
                <a:latin typeface="楷体_GB2312" pitchFamily="1" charset="-122"/>
                <a:ea typeface="楷体_GB2312" pitchFamily="1" charset="-122"/>
                <a:sym typeface="+mn-ea"/>
              </a:rPr>
              <a:t>4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、对于给定的解释会判断给定公式是否成为命题，对是命题的能判断出是真命题，还是假命题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、一阶逻辑重要的等值式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、求前束范式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、牢记 </a:t>
            </a:r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系统中各条推理规则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、熟练掌握构造证明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Clr>
                <a:srgbClr val="FF99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、会解决实际中的简单推理问题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集合的基本概念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集合的运算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集合计数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集合等式及证明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有序对、笛卡尔积、集合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的关系，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上的关系，特殊关系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关系的三种表达方式、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定义域、值域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关系的运算，逆、复合、幂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关系的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种性质的判断和证明、闭包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等价关系、等价类、商集、划分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UzMjc3YTU0OTFiNjBmMWUxMzc5ZWY0YjQzNTNlZWMifQ=="/>
  <p:tag name="KSO_WPP_MARK_KEY" val="9f27f647-5d71-4038-922e-738cb937ddc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</Words>
  <Application>WPS 演示</Application>
  <PresentationFormat>宽屏</PresentationFormat>
  <Paragraphs>69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Verdana</vt:lpstr>
      <vt:lpstr>楷体_GB2312</vt:lpstr>
      <vt:lpstr>新宋体</vt:lpstr>
      <vt:lpstr>Dotum</vt:lpstr>
      <vt:lpstr>Symbol</vt:lpstr>
      <vt:lpstr>微软雅黑</vt:lpstr>
      <vt:lpstr>Calibri</vt:lpstr>
      <vt:lpstr>Arial Unicode MS</vt:lpstr>
      <vt:lpstr>Malgun Gothic</vt:lpstr>
      <vt:lpstr>Office 主题</vt:lpstr>
      <vt:lpstr>总复习</vt:lpstr>
      <vt:lpstr>PowerPoint 演示文稿</vt:lpstr>
      <vt:lpstr>PowerPoint 演示文稿</vt:lpstr>
      <vt:lpstr>第三章</vt:lpstr>
      <vt:lpstr>PowerPoint 演示文稿</vt:lpstr>
      <vt:lpstr>第5章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王瑞</cp:lastModifiedBy>
  <cp:revision>5</cp:revision>
  <dcterms:created xsi:type="dcterms:W3CDTF">2023-06-12T14:41:00Z</dcterms:created>
  <dcterms:modified xsi:type="dcterms:W3CDTF">2023-06-13T00:27:26Z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1E7C8BDFDE3D4E5EA662FFDF2F8CDC35_12</vt:lpwstr>
  </property>
  <property fmtid="{D5CDD505-2E9C-101B-9397-08002B2CF9AE}" pid="3" name="KSOProductBuildVer">
    <vt:lpwstr>2052-11.1.0.14309</vt:lpwstr>
  </property>
</Properties>
</file>